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notesMasterIdLst>
    <p:notesMasterId r:id="rId10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BE776D-CE7C-ED4A-AD76-F3C1A2396DE3}" v="27" dt="2025-05-03T00:37:45.4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0"/>
  </p:normalViewPr>
  <p:slideViewPr>
    <p:cSldViewPr snapToGrid="0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ca Lamichhane" userId="d9826ba2-1d2e-4fb2-8d0d-fbf105c99db9" providerId="ADAL" clId="{9CBE776D-CE7C-ED4A-AD76-F3C1A2396DE3}"/>
    <pc:docChg chg="undo custSel addSld modSld modShowInfo">
      <pc:chgData name="Monica Lamichhane" userId="d9826ba2-1d2e-4fb2-8d0d-fbf105c99db9" providerId="ADAL" clId="{9CBE776D-CE7C-ED4A-AD76-F3C1A2396DE3}" dt="2025-05-03T00:37:45.439" v="84"/>
      <pc:docMkLst>
        <pc:docMk/>
      </pc:docMkLst>
      <pc:sldChg chg="addSp delSp modSp modTransition modAnim">
        <pc:chgData name="Monica Lamichhane" userId="d9826ba2-1d2e-4fb2-8d0d-fbf105c99db9" providerId="ADAL" clId="{9CBE776D-CE7C-ED4A-AD76-F3C1A2396DE3}" dt="2025-05-03T00:22:34.119" v="70"/>
        <pc:sldMkLst>
          <pc:docMk/>
          <pc:sldMk cId="1772458420" sldId="256"/>
        </pc:sldMkLst>
        <pc:picChg chg="add del mod">
          <ac:chgData name="Monica Lamichhane" userId="d9826ba2-1d2e-4fb2-8d0d-fbf105c99db9" providerId="ADAL" clId="{9CBE776D-CE7C-ED4A-AD76-F3C1A2396DE3}" dt="2025-05-03T00:20:56.557" v="65"/>
          <ac:picMkLst>
            <pc:docMk/>
            <pc:sldMk cId="1772458420" sldId="256"/>
            <ac:picMk id="7" creationId="{3D2D3036-1028-181C-6E90-368D2DDDE4D0}"/>
          </ac:picMkLst>
        </pc:picChg>
        <pc:picChg chg="add del mod">
          <ac:chgData name="Monica Lamichhane" userId="d9826ba2-1d2e-4fb2-8d0d-fbf105c99db9" providerId="ADAL" clId="{9CBE776D-CE7C-ED4A-AD76-F3C1A2396DE3}" dt="2025-05-03T00:21:19.680" v="67"/>
          <ac:picMkLst>
            <pc:docMk/>
            <pc:sldMk cId="1772458420" sldId="256"/>
            <ac:picMk id="23" creationId="{DB6FDDD0-C41D-A4E1-5765-970548510731}"/>
          </ac:picMkLst>
        </pc:picChg>
        <pc:picChg chg="add del mod">
          <ac:chgData name="Monica Lamichhane" userId="d9826ba2-1d2e-4fb2-8d0d-fbf105c99db9" providerId="ADAL" clId="{9CBE776D-CE7C-ED4A-AD76-F3C1A2396DE3}" dt="2025-05-03T00:22:03.190" v="69"/>
          <ac:picMkLst>
            <pc:docMk/>
            <pc:sldMk cId="1772458420" sldId="256"/>
            <ac:picMk id="27" creationId="{EBE83354-BA0E-BAB0-5E3B-5D59696B246A}"/>
          </ac:picMkLst>
        </pc:picChg>
        <pc:picChg chg="add mod">
          <ac:chgData name="Monica Lamichhane" userId="d9826ba2-1d2e-4fb2-8d0d-fbf105c99db9" providerId="ADAL" clId="{9CBE776D-CE7C-ED4A-AD76-F3C1A2396DE3}" dt="2025-05-03T00:22:34.119" v="70"/>
          <ac:picMkLst>
            <pc:docMk/>
            <pc:sldMk cId="1772458420" sldId="256"/>
            <ac:picMk id="32" creationId="{9F352DCD-40C0-4376-A9BB-12BA97429EEB}"/>
          </ac:picMkLst>
        </pc:picChg>
      </pc:sldChg>
      <pc:sldChg chg="addSp delSp modSp mod setBg">
        <pc:chgData name="Monica Lamichhane" userId="d9826ba2-1d2e-4fb2-8d0d-fbf105c99db9" providerId="ADAL" clId="{9CBE776D-CE7C-ED4A-AD76-F3C1A2396DE3}" dt="2025-05-03T00:24:19.250" v="72"/>
        <pc:sldMkLst>
          <pc:docMk/>
          <pc:sldMk cId="453091807" sldId="257"/>
        </pc:sldMkLst>
        <pc:spChg chg="del">
          <ac:chgData name="Monica Lamichhane" userId="d9826ba2-1d2e-4fb2-8d0d-fbf105c99db9" providerId="ADAL" clId="{9CBE776D-CE7C-ED4A-AD76-F3C1A2396DE3}" dt="2025-05-03T00:14:28.752" v="0" actId="478"/>
          <ac:spMkLst>
            <pc:docMk/>
            <pc:sldMk cId="453091807" sldId="257"/>
            <ac:spMk id="2" creationId="{C2D5C449-D40B-08C6-416C-B88DE37C93B9}"/>
          </ac:spMkLst>
        </pc:spChg>
        <pc:spChg chg="del">
          <ac:chgData name="Monica Lamichhane" userId="d9826ba2-1d2e-4fb2-8d0d-fbf105c99db9" providerId="ADAL" clId="{9CBE776D-CE7C-ED4A-AD76-F3C1A2396DE3}" dt="2025-05-03T00:14:30.918" v="1" actId="478"/>
          <ac:spMkLst>
            <pc:docMk/>
            <pc:sldMk cId="453091807" sldId="257"/>
            <ac:spMk id="3" creationId="{11E5E71E-4B51-09B4-E3AE-157BB11AC524}"/>
          </ac:spMkLst>
        </pc:spChg>
        <pc:spChg chg="add">
          <ac:chgData name="Monica Lamichhane" userId="d9826ba2-1d2e-4fb2-8d0d-fbf105c99db9" providerId="ADAL" clId="{9CBE776D-CE7C-ED4A-AD76-F3C1A2396DE3}" dt="2025-05-03T00:14:42.457" v="5" actId="26606"/>
          <ac:spMkLst>
            <pc:docMk/>
            <pc:sldMk cId="453091807" sldId="257"/>
            <ac:spMk id="10" creationId="{557B0AD7-E991-E343-BF68-F118815215C7}"/>
          </ac:spMkLst>
        </pc:spChg>
        <pc:grpChg chg="add">
          <ac:chgData name="Monica Lamichhane" userId="d9826ba2-1d2e-4fb2-8d0d-fbf105c99db9" providerId="ADAL" clId="{9CBE776D-CE7C-ED4A-AD76-F3C1A2396DE3}" dt="2025-05-03T00:14:42.457" v="5" actId="26606"/>
          <ac:grpSpMkLst>
            <pc:docMk/>
            <pc:sldMk cId="453091807" sldId="257"/>
            <ac:grpSpMk id="12" creationId="{46C7B6BC-B625-254B-8489-2BBE42C4734C}"/>
          </ac:grpSpMkLst>
        </pc:grpChg>
        <pc:picChg chg="add mod">
          <ac:chgData name="Monica Lamichhane" userId="d9826ba2-1d2e-4fb2-8d0d-fbf105c99db9" providerId="ADAL" clId="{9CBE776D-CE7C-ED4A-AD76-F3C1A2396DE3}" dt="2025-05-03T00:14:42.457" v="5" actId="26606"/>
          <ac:picMkLst>
            <pc:docMk/>
            <pc:sldMk cId="453091807" sldId="257"/>
            <ac:picMk id="5" creationId="{F22FF926-C263-FA47-05F3-869779CCD2DD}"/>
          </ac:picMkLst>
        </pc:picChg>
        <pc:picChg chg="add mod">
          <ac:chgData name="Monica Lamichhane" userId="d9826ba2-1d2e-4fb2-8d0d-fbf105c99db9" providerId="ADAL" clId="{9CBE776D-CE7C-ED4A-AD76-F3C1A2396DE3}" dt="2025-05-03T00:24:19.250" v="72"/>
          <ac:picMkLst>
            <pc:docMk/>
            <pc:sldMk cId="453091807" sldId="257"/>
            <ac:picMk id="17" creationId="{A9183C79-F4F7-E121-23BE-D95E5F9EE767}"/>
          </ac:picMkLst>
        </pc:picChg>
      </pc:sldChg>
      <pc:sldChg chg="addSp modSp">
        <pc:chgData name="Monica Lamichhane" userId="d9826ba2-1d2e-4fb2-8d0d-fbf105c99db9" providerId="ADAL" clId="{9CBE776D-CE7C-ED4A-AD76-F3C1A2396DE3}" dt="2025-05-03T00:23:28.274" v="71"/>
        <pc:sldMkLst>
          <pc:docMk/>
          <pc:sldMk cId="4021355381" sldId="258"/>
        </pc:sldMkLst>
        <pc:picChg chg="add mod">
          <ac:chgData name="Monica Lamichhane" userId="d9826ba2-1d2e-4fb2-8d0d-fbf105c99db9" providerId="ADAL" clId="{9CBE776D-CE7C-ED4A-AD76-F3C1A2396DE3}" dt="2025-05-03T00:23:28.274" v="71"/>
          <ac:picMkLst>
            <pc:docMk/>
            <pc:sldMk cId="4021355381" sldId="258"/>
            <ac:picMk id="14" creationId="{AA2D09C5-486A-A7A2-DB96-D1FEB0CA3385}"/>
          </ac:picMkLst>
        </pc:picChg>
      </pc:sldChg>
      <pc:sldChg chg="addSp delSp modSp new mod modTransition setBg modAnim setClrOvrMap">
        <pc:chgData name="Monica Lamichhane" userId="d9826ba2-1d2e-4fb2-8d0d-fbf105c99db9" providerId="ADAL" clId="{9CBE776D-CE7C-ED4A-AD76-F3C1A2396DE3}" dt="2025-05-03T00:27:49.518" v="75"/>
        <pc:sldMkLst>
          <pc:docMk/>
          <pc:sldMk cId="4029408602" sldId="259"/>
        </pc:sldMkLst>
        <pc:spChg chg="del">
          <ac:chgData name="Monica Lamichhane" userId="d9826ba2-1d2e-4fb2-8d0d-fbf105c99db9" providerId="ADAL" clId="{9CBE776D-CE7C-ED4A-AD76-F3C1A2396DE3}" dt="2025-05-03T00:14:51.799" v="8" actId="478"/>
          <ac:spMkLst>
            <pc:docMk/>
            <pc:sldMk cId="4029408602" sldId="259"/>
            <ac:spMk id="2" creationId="{690155FE-0FE8-2E09-19E7-A36522165475}"/>
          </ac:spMkLst>
        </pc:spChg>
        <pc:spChg chg="del">
          <ac:chgData name="Monica Lamichhane" userId="d9826ba2-1d2e-4fb2-8d0d-fbf105c99db9" providerId="ADAL" clId="{9CBE776D-CE7C-ED4A-AD76-F3C1A2396DE3}" dt="2025-05-03T00:14:53.636" v="9" actId="478"/>
          <ac:spMkLst>
            <pc:docMk/>
            <pc:sldMk cId="4029408602" sldId="259"/>
            <ac:spMk id="3" creationId="{E9E4D65A-758D-0371-7D74-E6B978449988}"/>
          </ac:spMkLst>
        </pc:spChg>
        <pc:spChg chg="add del">
          <ac:chgData name="Monica Lamichhane" userId="d9826ba2-1d2e-4fb2-8d0d-fbf105c99db9" providerId="ADAL" clId="{9CBE776D-CE7C-ED4A-AD76-F3C1A2396DE3}" dt="2025-05-03T00:15:10.966" v="14" actId="26606"/>
          <ac:spMkLst>
            <pc:docMk/>
            <pc:sldMk cId="4029408602" sldId="259"/>
            <ac:spMk id="10" creationId="{557B0AD7-E991-E343-BF68-F118815215C7}"/>
          </ac:spMkLst>
        </pc:spChg>
        <pc:spChg chg="add del">
          <ac:chgData name="Monica Lamichhane" userId="d9826ba2-1d2e-4fb2-8d0d-fbf105c99db9" providerId="ADAL" clId="{9CBE776D-CE7C-ED4A-AD76-F3C1A2396DE3}" dt="2025-05-03T00:15:12.190" v="16" actId="26606"/>
          <ac:spMkLst>
            <pc:docMk/>
            <pc:sldMk cId="4029408602" sldId="259"/>
            <ac:spMk id="17" creationId="{557B0AD7-E991-E343-BF68-F118815215C7}"/>
          </ac:spMkLst>
        </pc:spChg>
        <pc:spChg chg="add del">
          <ac:chgData name="Monica Lamichhane" userId="d9826ba2-1d2e-4fb2-8d0d-fbf105c99db9" providerId="ADAL" clId="{9CBE776D-CE7C-ED4A-AD76-F3C1A2396DE3}" dt="2025-05-03T00:15:13.805" v="18" actId="26606"/>
          <ac:spMkLst>
            <pc:docMk/>
            <pc:sldMk cId="4029408602" sldId="259"/>
            <ac:spMk id="19" creationId="{557B0AD7-E991-E343-BF68-F118815215C7}"/>
          </ac:spMkLst>
        </pc:spChg>
        <pc:spChg chg="add">
          <ac:chgData name="Monica Lamichhane" userId="d9826ba2-1d2e-4fb2-8d0d-fbf105c99db9" providerId="ADAL" clId="{9CBE776D-CE7C-ED4A-AD76-F3C1A2396DE3}" dt="2025-05-03T00:15:13.817" v="19" actId="26606"/>
          <ac:spMkLst>
            <pc:docMk/>
            <pc:sldMk cId="4029408602" sldId="259"/>
            <ac:spMk id="26" creationId="{557B0AD7-E991-E343-BF68-F118815215C7}"/>
          </ac:spMkLst>
        </pc:spChg>
        <pc:grpChg chg="add del">
          <ac:chgData name="Monica Lamichhane" userId="d9826ba2-1d2e-4fb2-8d0d-fbf105c99db9" providerId="ADAL" clId="{9CBE776D-CE7C-ED4A-AD76-F3C1A2396DE3}" dt="2025-05-03T00:15:12.190" v="16" actId="26606"/>
          <ac:grpSpMkLst>
            <pc:docMk/>
            <pc:sldMk cId="4029408602" sldId="259"/>
            <ac:grpSpMk id="12" creationId="{46C7B6BC-B625-254B-8489-2BBE42C4734C}"/>
          </ac:grpSpMkLst>
        </pc:grpChg>
        <pc:grpChg chg="add">
          <ac:chgData name="Monica Lamichhane" userId="d9826ba2-1d2e-4fb2-8d0d-fbf105c99db9" providerId="ADAL" clId="{9CBE776D-CE7C-ED4A-AD76-F3C1A2396DE3}" dt="2025-05-03T00:15:13.817" v="19" actId="26606"/>
          <ac:grpSpMkLst>
            <pc:docMk/>
            <pc:sldMk cId="4029408602" sldId="259"/>
            <ac:grpSpMk id="27" creationId="{DEE599F2-C28F-604D-818F-5BC1BEE74629}"/>
          </ac:grpSpMkLst>
        </pc:grpChg>
        <pc:picChg chg="add mod">
          <ac:chgData name="Monica Lamichhane" userId="d9826ba2-1d2e-4fb2-8d0d-fbf105c99db9" providerId="ADAL" clId="{9CBE776D-CE7C-ED4A-AD76-F3C1A2396DE3}" dt="2025-05-03T00:15:13.817" v="19" actId="26606"/>
          <ac:picMkLst>
            <pc:docMk/>
            <pc:sldMk cId="4029408602" sldId="259"/>
            <ac:picMk id="5" creationId="{4DDE5461-FD97-339F-9E69-0480E5A1F2D3}"/>
          </ac:picMkLst>
        </pc:picChg>
        <pc:picChg chg="add del mod">
          <ac:chgData name="Monica Lamichhane" userId="d9826ba2-1d2e-4fb2-8d0d-fbf105c99db9" providerId="ADAL" clId="{9CBE776D-CE7C-ED4A-AD76-F3C1A2396DE3}" dt="2025-05-03T00:27:22.838" v="74"/>
          <ac:picMkLst>
            <pc:docMk/>
            <pc:sldMk cId="4029408602" sldId="259"/>
            <ac:picMk id="30" creationId="{9BF2F9DF-C098-F35F-4585-017241C8E5B0}"/>
          </ac:picMkLst>
        </pc:picChg>
        <pc:picChg chg="add mod">
          <ac:chgData name="Monica Lamichhane" userId="d9826ba2-1d2e-4fb2-8d0d-fbf105c99db9" providerId="ADAL" clId="{9CBE776D-CE7C-ED4A-AD76-F3C1A2396DE3}" dt="2025-05-03T00:27:49.518" v="75"/>
          <ac:picMkLst>
            <pc:docMk/>
            <pc:sldMk cId="4029408602" sldId="259"/>
            <ac:picMk id="38" creationId="{831090FD-D30A-62DB-08E1-F1DBDDAF6D41}"/>
          </ac:picMkLst>
        </pc:picChg>
      </pc:sldChg>
      <pc:sldChg chg="addSp delSp modSp new mod setBg setClrOvrMap">
        <pc:chgData name="Monica Lamichhane" userId="d9826ba2-1d2e-4fb2-8d0d-fbf105c99db9" providerId="ADAL" clId="{9CBE776D-CE7C-ED4A-AD76-F3C1A2396DE3}" dt="2025-05-03T00:28:28.804" v="76"/>
        <pc:sldMkLst>
          <pc:docMk/>
          <pc:sldMk cId="3287275743" sldId="260"/>
        </pc:sldMkLst>
        <pc:spChg chg="del">
          <ac:chgData name="Monica Lamichhane" userId="d9826ba2-1d2e-4fb2-8d0d-fbf105c99db9" providerId="ADAL" clId="{9CBE776D-CE7C-ED4A-AD76-F3C1A2396DE3}" dt="2025-05-03T00:15:46.855" v="21" actId="478"/>
          <ac:spMkLst>
            <pc:docMk/>
            <pc:sldMk cId="3287275743" sldId="260"/>
            <ac:spMk id="2" creationId="{F6EBD7D3-59FF-085A-ED6A-A61C53F66D07}"/>
          </ac:spMkLst>
        </pc:spChg>
        <pc:spChg chg="del">
          <ac:chgData name="Monica Lamichhane" userId="d9826ba2-1d2e-4fb2-8d0d-fbf105c99db9" providerId="ADAL" clId="{9CBE776D-CE7C-ED4A-AD76-F3C1A2396DE3}" dt="2025-05-03T00:15:42.576" v="20" actId="931"/>
          <ac:spMkLst>
            <pc:docMk/>
            <pc:sldMk cId="3287275743" sldId="260"/>
            <ac:spMk id="3" creationId="{3A6B537B-BECA-E8C7-2D98-26C4A1D94CCA}"/>
          </ac:spMkLst>
        </pc:spChg>
        <pc:spChg chg="add del">
          <ac:chgData name="Monica Lamichhane" userId="d9826ba2-1d2e-4fb2-8d0d-fbf105c99db9" providerId="ADAL" clId="{9CBE776D-CE7C-ED4A-AD76-F3C1A2396DE3}" dt="2025-05-03T00:15:57.002" v="29" actId="478"/>
          <ac:spMkLst>
            <pc:docMk/>
            <pc:sldMk cId="3287275743" sldId="260"/>
            <ac:spMk id="9" creationId="{04254934-BF89-DE9E-A7FD-2A31A88BEE92}"/>
          </ac:spMkLst>
        </pc:spChg>
        <pc:spChg chg="add del">
          <ac:chgData name="Monica Lamichhane" userId="d9826ba2-1d2e-4fb2-8d0d-fbf105c99db9" providerId="ADAL" clId="{9CBE776D-CE7C-ED4A-AD76-F3C1A2396DE3}" dt="2025-05-03T00:15:51.425" v="25" actId="26606"/>
          <ac:spMkLst>
            <pc:docMk/>
            <pc:sldMk cId="3287275743" sldId="260"/>
            <ac:spMk id="10" creationId="{557B0AD7-E991-E343-BF68-F118815215C7}"/>
          </ac:spMkLst>
        </pc:spChg>
        <pc:spChg chg="add del">
          <ac:chgData name="Monica Lamichhane" userId="d9826ba2-1d2e-4fb2-8d0d-fbf105c99db9" providerId="ADAL" clId="{9CBE776D-CE7C-ED4A-AD76-F3C1A2396DE3}" dt="2025-05-03T00:15:53.789" v="27" actId="26606"/>
          <ac:spMkLst>
            <pc:docMk/>
            <pc:sldMk cId="3287275743" sldId="260"/>
            <ac:spMk id="37" creationId="{557B0AD7-E991-E343-BF68-F118815215C7}"/>
          </ac:spMkLst>
        </pc:spChg>
        <pc:spChg chg="add del">
          <ac:chgData name="Monica Lamichhane" userId="d9826ba2-1d2e-4fb2-8d0d-fbf105c99db9" providerId="ADAL" clId="{9CBE776D-CE7C-ED4A-AD76-F3C1A2396DE3}" dt="2025-05-03T00:16:06.527" v="38" actId="26606"/>
          <ac:spMkLst>
            <pc:docMk/>
            <pc:sldMk cId="3287275743" sldId="260"/>
            <ac:spMk id="44" creationId="{4EFE82FE-7465-AE46-88DF-34D347E83B84}"/>
          </ac:spMkLst>
        </pc:spChg>
        <pc:spChg chg="add del">
          <ac:chgData name="Monica Lamichhane" userId="d9826ba2-1d2e-4fb2-8d0d-fbf105c99db9" providerId="ADAL" clId="{9CBE776D-CE7C-ED4A-AD76-F3C1A2396DE3}" dt="2025-05-03T00:16:00.890" v="31" actId="26606"/>
          <ac:spMkLst>
            <pc:docMk/>
            <pc:sldMk cId="3287275743" sldId="260"/>
            <ac:spMk id="52" creationId="{557B0AD7-E991-E343-BF68-F118815215C7}"/>
          </ac:spMkLst>
        </pc:spChg>
        <pc:spChg chg="add del">
          <ac:chgData name="Monica Lamichhane" userId="d9826ba2-1d2e-4fb2-8d0d-fbf105c99db9" providerId="ADAL" clId="{9CBE776D-CE7C-ED4A-AD76-F3C1A2396DE3}" dt="2025-05-03T00:16:03.356" v="33" actId="26606"/>
          <ac:spMkLst>
            <pc:docMk/>
            <pc:sldMk cId="3287275743" sldId="260"/>
            <ac:spMk id="68" creationId="{557B0AD7-E991-E343-BF68-F118815215C7}"/>
          </ac:spMkLst>
        </pc:spChg>
        <pc:spChg chg="add del">
          <ac:chgData name="Monica Lamichhane" userId="d9826ba2-1d2e-4fb2-8d0d-fbf105c99db9" providerId="ADAL" clId="{9CBE776D-CE7C-ED4A-AD76-F3C1A2396DE3}" dt="2025-05-03T00:16:05.854" v="35" actId="26606"/>
          <ac:spMkLst>
            <pc:docMk/>
            <pc:sldMk cId="3287275743" sldId="260"/>
            <ac:spMk id="70" creationId="{557B0AD7-E991-E343-BF68-F118815215C7}"/>
          </ac:spMkLst>
        </pc:spChg>
        <pc:spChg chg="add del">
          <ac:chgData name="Monica Lamichhane" userId="d9826ba2-1d2e-4fb2-8d0d-fbf105c99db9" providerId="ADAL" clId="{9CBE776D-CE7C-ED4A-AD76-F3C1A2396DE3}" dt="2025-05-03T00:16:06.523" v="37" actId="26606"/>
          <ac:spMkLst>
            <pc:docMk/>
            <pc:sldMk cId="3287275743" sldId="260"/>
            <ac:spMk id="80" creationId="{557B0AD7-E991-E343-BF68-F118815215C7}"/>
          </ac:spMkLst>
        </pc:spChg>
        <pc:spChg chg="add">
          <ac:chgData name="Monica Lamichhane" userId="d9826ba2-1d2e-4fb2-8d0d-fbf105c99db9" providerId="ADAL" clId="{9CBE776D-CE7C-ED4A-AD76-F3C1A2396DE3}" dt="2025-05-03T00:16:06.527" v="38" actId="26606"/>
          <ac:spMkLst>
            <pc:docMk/>
            <pc:sldMk cId="3287275743" sldId="260"/>
            <ac:spMk id="83" creationId="{557B0AD7-E991-E343-BF68-F118815215C7}"/>
          </ac:spMkLst>
        </pc:spChg>
        <pc:grpChg chg="add del">
          <ac:chgData name="Monica Lamichhane" userId="d9826ba2-1d2e-4fb2-8d0d-fbf105c99db9" providerId="ADAL" clId="{9CBE776D-CE7C-ED4A-AD76-F3C1A2396DE3}" dt="2025-05-03T00:15:51.425" v="25" actId="26606"/>
          <ac:grpSpMkLst>
            <pc:docMk/>
            <pc:sldMk cId="3287275743" sldId="260"/>
            <ac:grpSpMk id="12" creationId="{46C7B6BC-B625-254B-8489-2BBE42C4734C}"/>
          </ac:grpSpMkLst>
        </pc:grpChg>
        <pc:grpChg chg="add del">
          <ac:chgData name="Monica Lamichhane" userId="d9826ba2-1d2e-4fb2-8d0d-fbf105c99db9" providerId="ADAL" clId="{9CBE776D-CE7C-ED4A-AD76-F3C1A2396DE3}" dt="2025-05-03T00:16:06.527" v="38" actId="26606"/>
          <ac:grpSpMkLst>
            <pc:docMk/>
            <pc:sldMk cId="3287275743" sldId="260"/>
            <ac:grpSpMk id="14" creationId="{1B5E71B3-7269-894E-A00B-31D341365FC9}"/>
          </ac:grpSpMkLst>
        </pc:grpChg>
        <pc:grpChg chg="add del">
          <ac:chgData name="Monica Lamichhane" userId="d9826ba2-1d2e-4fb2-8d0d-fbf105c99db9" providerId="ADAL" clId="{9CBE776D-CE7C-ED4A-AD76-F3C1A2396DE3}" dt="2025-05-03T00:15:53.789" v="27" actId="26606"/>
          <ac:grpSpMkLst>
            <pc:docMk/>
            <pc:sldMk cId="3287275743" sldId="260"/>
            <ac:grpSpMk id="38" creationId="{7A30B49A-0B4A-DB4B-B86E-239FCB221C6D}"/>
          </ac:grpSpMkLst>
        </pc:grpChg>
        <pc:grpChg chg="add del">
          <ac:chgData name="Monica Lamichhane" userId="d9826ba2-1d2e-4fb2-8d0d-fbf105c99db9" providerId="ADAL" clId="{9CBE776D-CE7C-ED4A-AD76-F3C1A2396DE3}" dt="2025-05-03T00:16:03.356" v="33" actId="26606"/>
          <ac:grpSpMkLst>
            <pc:docMk/>
            <pc:sldMk cId="3287275743" sldId="260"/>
            <ac:grpSpMk id="54" creationId="{DEE599F2-C28F-604D-818F-5BC1BEE74629}"/>
          </ac:grpSpMkLst>
        </pc:grpChg>
        <pc:grpChg chg="add del">
          <ac:chgData name="Monica Lamichhane" userId="d9826ba2-1d2e-4fb2-8d0d-fbf105c99db9" providerId="ADAL" clId="{9CBE776D-CE7C-ED4A-AD76-F3C1A2396DE3}" dt="2025-05-03T00:16:05.854" v="35" actId="26606"/>
          <ac:grpSpMkLst>
            <pc:docMk/>
            <pc:sldMk cId="3287275743" sldId="260"/>
            <ac:grpSpMk id="71" creationId="{9B90A89C-8B58-F148-BC8C-1BA48465FA08}"/>
          </ac:grpSpMkLst>
        </pc:grpChg>
        <pc:grpChg chg="add del">
          <ac:chgData name="Monica Lamichhane" userId="d9826ba2-1d2e-4fb2-8d0d-fbf105c99db9" providerId="ADAL" clId="{9CBE776D-CE7C-ED4A-AD76-F3C1A2396DE3}" dt="2025-05-03T00:16:06.523" v="37" actId="26606"/>
          <ac:grpSpMkLst>
            <pc:docMk/>
            <pc:sldMk cId="3287275743" sldId="260"/>
            <ac:grpSpMk id="81" creationId="{DEE599F2-C28F-604D-818F-5BC1BEE74629}"/>
          </ac:grpSpMkLst>
        </pc:grpChg>
        <pc:picChg chg="add mod">
          <ac:chgData name="Monica Lamichhane" userId="d9826ba2-1d2e-4fb2-8d0d-fbf105c99db9" providerId="ADAL" clId="{9CBE776D-CE7C-ED4A-AD76-F3C1A2396DE3}" dt="2025-05-03T00:16:06.527" v="38" actId="26606"/>
          <ac:picMkLst>
            <pc:docMk/>
            <pc:sldMk cId="3287275743" sldId="260"/>
            <ac:picMk id="5" creationId="{B0C0070A-A2D7-3FCE-B1C7-AEEB1DB58B4E}"/>
          </ac:picMkLst>
        </pc:picChg>
        <pc:picChg chg="add mod">
          <ac:chgData name="Monica Lamichhane" userId="d9826ba2-1d2e-4fb2-8d0d-fbf105c99db9" providerId="ADAL" clId="{9CBE776D-CE7C-ED4A-AD76-F3C1A2396DE3}" dt="2025-05-03T00:28:28.804" v="76"/>
          <ac:picMkLst>
            <pc:docMk/>
            <pc:sldMk cId="3287275743" sldId="260"/>
            <ac:picMk id="49" creationId="{B8C77427-0FA7-039F-4601-E5DB0109B4D7}"/>
          </ac:picMkLst>
        </pc:picChg>
        <pc:cxnChg chg="add del">
          <ac:chgData name="Monica Lamichhane" userId="d9826ba2-1d2e-4fb2-8d0d-fbf105c99db9" providerId="ADAL" clId="{9CBE776D-CE7C-ED4A-AD76-F3C1A2396DE3}" dt="2025-05-03T00:16:06.527" v="38" actId="26606"/>
          <ac:cxnSpMkLst>
            <pc:docMk/>
            <pc:sldMk cId="3287275743" sldId="260"/>
            <ac:cxnSpMk id="47" creationId="{A0A01F17-907D-3541-BBAF-A33828880DCE}"/>
          </ac:cxnSpMkLst>
        </pc:cxnChg>
      </pc:sldChg>
      <pc:sldChg chg="addSp delSp modSp new mod setBg setClrOvrMap">
        <pc:chgData name="Monica Lamichhane" userId="d9826ba2-1d2e-4fb2-8d0d-fbf105c99db9" providerId="ADAL" clId="{9CBE776D-CE7C-ED4A-AD76-F3C1A2396DE3}" dt="2025-05-03T00:16:35.784" v="45" actId="26606"/>
        <pc:sldMkLst>
          <pc:docMk/>
          <pc:sldMk cId="2856682213" sldId="261"/>
        </pc:sldMkLst>
        <pc:spChg chg="del">
          <ac:chgData name="Monica Lamichhane" userId="d9826ba2-1d2e-4fb2-8d0d-fbf105c99db9" providerId="ADAL" clId="{9CBE776D-CE7C-ED4A-AD76-F3C1A2396DE3}" dt="2025-05-03T00:16:16.609" v="41" actId="478"/>
          <ac:spMkLst>
            <pc:docMk/>
            <pc:sldMk cId="2856682213" sldId="261"/>
            <ac:spMk id="2" creationId="{7AC6237C-39CD-61AC-CF69-77E69A92F1A2}"/>
          </ac:spMkLst>
        </pc:spChg>
        <pc:spChg chg="del">
          <ac:chgData name="Monica Lamichhane" userId="d9826ba2-1d2e-4fb2-8d0d-fbf105c99db9" providerId="ADAL" clId="{9CBE776D-CE7C-ED4A-AD76-F3C1A2396DE3}" dt="2025-05-03T00:16:14.828" v="40" actId="478"/>
          <ac:spMkLst>
            <pc:docMk/>
            <pc:sldMk cId="2856682213" sldId="261"/>
            <ac:spMk id="3" creationId="{22852216-D266-AC7D-27D2-BB16A5ADBCF3}"/>
          </ac:spMkLst>
        </pc:spChg>
        <pc:spChg chg="add">
          <ac:chgData name="Monica Lamichhane" userId="d9826ba2-1d2e-4fb2-8d0d-fbf105c99db9" providerId="ADAL" clId="{9CBE776D-CE7C-ED4A-AD76-F3C1A2396DE3}" dt="2025-05-03T00:16:35.784" v="45" actId="26606"/>
          <ac:spMkLst>
            <pc:docMk/>
            <pc:sldMk cId="2856682213" sldId="261"/>
            <ac:spMk id="10" creationId="{557B0AD7-E991-E343-BF68-F118815215C7}"/>
          </ac:spMkLst>
        </pc:spChg>
        <pc:picChg chg="add mod">
          <ac:chgData name="Monica Lamichhane" userId="d9826ba2-1d2e-4fb2-8d0d-fbf105c99db9" providerId="ADAL" clId="{9CBE776D-CE7C-ED4A-AD76-F3C1A2396DE3}" dt="2025-05-03T00:16:35.784" v="45" actId="26606"/>
          <ac:picMkLst>
            <pc:docMk/>
            <pc:sldMk cId="2856682213" sldId="261"/>
            <ac:picMk id="5" creationId="{233550CB-D349-A3D3-4969-58DF609D7CCE}"/>
          </ac:picMkLst>
        </pc:picChg>
      </pc:sldChg>
      <pc:sldChg chg="addSp delSp modSp new mod modTransition setBg modAnim setClrOvrMap">
        <pc:chgData name="Monica Lamichhane" userId="d9826ba2-1d2e-4fb2-8d0d-fbf105c99db9" providerId="ADAL" clId="{9CBE776D-CE7C-ED4A-AD76-F3C1A2396DE3}" dt="2025-05-03T00:36:14.733" v="81"/>
        <pc:sldMkLst>
          <pc:docMk/>
          <pc:sldMk cId="3509461796" sldId="262"/>
        </pc:sldMkLst>
        <pc:spChg chg="del">
          <ac:chgData name="Monica Lamichhane" userId="d9826ba2-1d2e-4fb2-8d0d-fbf105c99db9" providerId="ADAL" clId="{9CBE776D-CE7C-ED4A-AD76-F3C1A2396DE3}" dt="2025-05-03T00:16:57.798" v="47" actId="478"/>
          <ac:spMkLst>
            <pc:docMk/>
            <pc:sldMk cId="3509461796" sldId="262"/>
            <ac:spMk id="2" creationId="{B872CA1B-DACA-19A1-3EF1-71A40D95FAEB}"/>
          </ac:spMkLst>
        </pc:spChg>
        <pc:spChg chg="del">
          <ac:chgData name="Monica Lamichhane" userId="d9826ba2-1d2e-4fb2-8d0d-fbf105c99db9" providerId="ADAL" clId="{9CBE776D-CE7C-ED4A-AD76-F3C1A2396DE3}" dt="2025-05-03T00:16:59.063" v="48" actId="478"/>
          <ac:spMkLst>
            <pc:docMk/>
            <pc:sldMk cId="3509461796" sldId="262"/>
            <ac:spMk id="3" creationId="{25756C99-B2B2-C529-8714-1957A935C880}"/>
          </ac:spMkLst>
        </pc:spChg>
        <pc:spChg chg="add del">
          <ac:chgData name="Monica Lamichhane" userId="d9826ba2-1d2e-4fb2-8d0d-fbf105c99db9" providerId="ADAL" clId="{9CBE776D-CE7C-ED4A-AD76-F3C1A2396DE3}" dt="2025-05-03T00:17:27.619" v="54" actId="478"/>
          <ac:spMkLst>
            <pc:docMk/>
            <pc:sldMk cId="3509461796" sldId="262"/>
            <ac:spMk id="7" creationId="{DA2CFFD4-6677-0CDE-2D55-66327F6EBD68}"/>
          </ac:spMkLst>
        </pc:spChg>
        <pc:spChg chg="add">
          <ac:chgData name="Monica Lamichhane" userId="d9826ba2-1d2e-4fb2-8d0d-fbf105c99db9" providerId="ADAL" clId="{9CBE776D-CE7C-ED4A-AD76-F3C1A2396DE3}" dt="2025-05-03T00:17:15.832" v="50" actId="26606"/>
          <ac:spMkLst>
            <pc:docMk/>
            <pc:sldMk cId="3509461796" sldId="262"/>
            <ac:spMk id="10" creationId="{557B0AD7-E991-E343-BF68-F118815215C7}"/>
          </ac:spMkLst>
        </pc:spChg>
        <pc:picChg chg="add mod">
          <ac:chgData name="Monica Lamichhane" userId="d9826ba2-1d2e-4fb2-8d0d-fbf105c99db9" providerId="ADAL" clId="{9CBE776D-CE7C-ED4A-AD76-F3C1A2396DE3}" dt="2025-05-03T00:17:20.362" v="52" actId="962"/>
          <ac:picMkLst>
            <pc:docMk/>
            <pc:sldMk cId="3509461796" sldId="262"/>
            <ac:picMk id="5" creationId="{27453092-8707-6991-A4B9-863BD497B7C6}"/>
          </ac:picMkLst>
        </pc:picChg>
        <pc:picChg chg="add del mod">
          <ac:chgData name="Monica Lamichhane" userId="d9826ba2-1d2e-4fb2-8d0d-fbf105c99db9" providerId="ADAL" clId="{9CBE776D-CE7C-ED4A-AD76-F3C1A2396DE3}" dt="2025-05-03T00:34:34.267" v="78"/>
          <ac:picMkLst>
            <pc:docMk/>
            <pc:sldMk cId="3509461796" sldId="262"/>
            <ac:picMk id="12" creationId="{270F2C93-D44B-B915-0623-1795AFE6E19E}"/>
          </ac:picMkLst>
        </pc:picChg>
        <pc:picChg chg="add del mod">
          <ac:chgData name="Monica Lamichhane" userId="d9826ba2-1d2e-4fb2-8d0d-fbf105c99db9" providerId="ADAL" clId="{9CBE776D-CE7C-ED4A-AD76-F3C1A2396DE3}" dt="2025-05-03T00:35:18.657" v="80"/>
          <ac:picMkLst>
            <pc:docMk/>
            <pc:sldMk cId="3509461796" sldId="262"/>
            <ac:picMk id="20" creationId="{02080FEF-F016-1447-2A13-B68753FF1F71}"/>
          </ac:picMkLst>
        </pc:picChg>
        <pc:picChg chg="add mod">
          <ac:chgData name="Monica Lamichhane" userId="d9826ba2-1d2e-4fb2-8d0d-fbf105c99db9" providerId="ADAL" clId="{9CBE776D-CE7C-ED4A-AD76-F3C1A2396DE3}" dt="2025-05-03T00:36:14.733" v="81"/>
          <ac:picMkLst>
            <pc:docMk/>
            <pc:sldMk cId="3509461796" sldId="262"/>
            <ac:picMk id="24" creationId="{022ABAC0-9779-9590-CBE6-080A646A5711}"/>
          </ac:picMkLst>
        </pc:picChg>
      </pc:sldChg>
      <pc:sldChg chg="addSp delSp modSp new mod modTransition setBg modAnim">
        <pc:chgData name="Monica Lamichhane" userId="d9826ba2-1d2e-4fb2-8d0d-fbf105c99db9" providerId="ADAL" clId="{9CBE776D-CE7C-ED4A-AD76-F3C1A2396DE3}" dt="2025-05-03T00:37:45.439" v="84"/>
        <pc:sldMkLst>
          <pc:docMk/>
          <pc:sldMk cId="2807360770" sldId="263"/>
        </pc:sldMkLst>
        <pc:spChg chg="del">
          <ac:chgData name="Monica Lamichhane" userId="d9826ba2-1d2e-4fb2-8d0d-fbf105c99db9" providerId="ADAL" clId="{9CBE776D-CE7C-ED4A-AD76-F3C1A2396DE3}" dt="2025-05-03T00:17:34.125" v="57" actId="478"/>
          <ac:spMkLst>
            <pc:docMk/>
            <pc:sldMk cId="2807360770" sldId="263"/>
            <ac:spMk id="2" creationId="{B53A34B5-FC37-DAD9-6BD1-23E42C59EADE}"/>
          </ac:spMkLst>
        </pc:spChg>
        <pc:spChg chg="del">
          <ac:chgData name="Monica Lamichhane" userId="d9826ba2-1d2e-4fb2-8d0d-fbf105c99db9" providerId="ADAL" clId="{9CBE776D-CE7C-ED4A-AD76-F3C1A2396DE3}" dt="2025-05-03T00:17:32.083" v="56" actId="478"/>
          <ac:spMkLst>
            <pc:docMk/>
            <pc:sldMk cId="2807360770" sldId="263"/>
            <ac:spMk id="3" creationId="{F033519F-2C6D-44CC-E32C-A9BA7812AB9E}"/>
          </ac:spMkLst>
        </pc:spChg>
        <pc:spChg chg="add">
          <ac:chgData name="Monica Lamichhane" userId="d9826ba2-1d2e-4fb2-8d0d-fbf105c99db9" providerId="ADAL" clId="{9CBE776D-CE7C-ED4A-AD76-F3C1A2396DE3}" dt="2025-05-03T00:17:49.579" v="59" actId="26606"/>
          <ac:spMkLst>
            <pc:docMk/>
            <pc:sldMk cId="2807360770" sldId="263"/>
            <ac:spMk id="10" creationId="{557B0AD7-E991-E343-BF68-F118815215C7}"/>
          </ac:spMkLst>
        </pc:spChg>
        <pc:picChg chg="add mod">
          <ac:chgData name="Monica Lamichhane" userId="d9826ba2-1d2e-4fb2-8d0d-fbf105c99db9" providerId="ADAL" clId="{9CBE776D-CE7C-ED4A-AD76-F3C1A2396DE3}" dt="2025-05-03T00:17:55.433" v="60" actId="27614"/>
          <ac:picMkLst>
            <pc:docMk/>
            <pc:sldMk cId="2807360770" sldId="263"/>
            <ac:picMk id="5" creationId="{E41CA032-8A35-49A6-C8DC-969DB17D940F}"/>
          </ac:picMkLst>
        </pc:picChg>
        <pc:picChg chg="add del mod">
          <ac:chgData name="Monica Lamichhane" userId="d9826ba2-1d2e-4fb2-8d0d-fbf105c99db9" providerId="ADAL" clId="{9CBE776D-CE7C-ED4A-AD76-F3C1A2396DE3}" dt="2025-05-03T00:37:08.316" v="83"/>
          <ac:picMkLst>
            <pc:docMk/>
            <pc:sldMk cId="2807360770" sldId="263"/>
            <ac:picMk id="12" creationId="{197F0FAB-D11C-5227-B5F2-C86395C78D9B}"/>
          </ac:picMkLst>
        </pc:picChg>
        <pc:picChg chg="add mod">
          <ac:chgData name="Monica Lamichhane" userId="d9826ba2-1d2e-4fb2-8d0d-fbf105c99db9" providerId="ADAL" clId="{9CBE776D-CE7C-ED4A-AD76-F3C1A2396DE3}" dt="2025-05-03T00:37:45.439" v="84"/>
          <ac:picMkLst>
            <pc:docMk/>
            <pc:sldMk cId="2807360770" sldId="263"/>
            <ac:picMk id="16" creationId="{E1F00EA0-A5A5-0641-29CF-6ED4523CEFD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DCD537-2052-BF41-B287-754B3121E56C}" type="datetimeFigureOut">
              <a:rPr lang="en-US" smtClean="0"/>
              <a:t>5/2/25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28417-4AE3-FC4E-9DC3-2083FB587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940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28417-4AE3-FC4E-9DC3-2083FB5875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95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5/2/25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251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5/2/25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703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5/2/25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495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5/2/25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940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5/2/25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517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5/2/25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0152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5/2/25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656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5/2/25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065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5/2/25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724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5/2/25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993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5/2/25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661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5/2/25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935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1.pn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.pn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6F2B51C-9578-EB41-A17E-FFF9D491A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4E9CAEA-4CF4-D249-8127-CD2FA2018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85">
              <a:extLst>
                <a:ext uri="{FF2B5EF4-FFF2-40B4-BE49-F238E27FC236}">
                  <a16:creationId xmlns:a16="http://schemas.microsoft.com/office/drawing/2014/main" id="{E51EDD93-C3A3-DF47-BCFC-43B049E34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86">
              <a:extLst>
                <a:ext uri="{FF2B5EF4-FFF2-40B4-BE49-F238E27FC236}">
                  <a16:creationId xmlns:a16="http://schemas.microsoft.com/office/drawing/2014/main" id="{D574DB0D-896A-D649-89B1-33753E1D46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87">
              <a:extLst>
                <a:ext uri="{FF2B5EF4-FFF2-40B4-BE49-F238E27FC236}">
                  <a16:creationId xmlns:a16="http://schemas.microsoft.com/office/drawing/2014/main" id="{62256DD9-FEA3-4A40-80D1-B33F0FF15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88">
              <a:extLst>
                <a:ext uri="{FF2B5EF4-FFF2-40B4-BE49-F238E27FC236}">
                  <a16:creationId xmlns:a16="http://schemas.microsoft.com/office/drawing/2014/main" id="{534E9839-EAD7-3C49-8D10-E4BFE0820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89">
              <a:extLst>
                <a:ext uri="{FF2B5EF4-FFF2-40B4-BE49-F238E27FC236}">
                  <a16:creationId xmlns:a16="http://schemas.microsoft.com/office/drawing/2014/main" id="{DDFC3FA6-9BB5-A34E-9337-A2E9A1EED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97">
              <a:extLst>
                <a:ext uri="{FF2B5EF4-FFF2-40B4-BE49-F238E27FC236}">
                  <a16:creationId xmlns:a16="http://schemas.microsoft.com/office/drawing/2014/main" id="{45000D9E-4AD7-5A4F-8E99-302F388C83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32BF8B6-C2BB-669D-6C62-5FA4E98F9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8106" y="1756181"/>
            <a:ext cx="6082752" cy="1372855"/>
          </a:xfrm>
        </p:spPr>
        <p:txBody>
          <a:bodyPr>
            <a:noAutofit/>
          </a:bodyPr>
          <a:lstStyle/>
          <a:p>
            <a:pPr rtl="0"/>
            <a:r>
              <a:rPr lang="en-US" sz="2800" b="1" i="0" u="none" strike="noStrike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What Are the Differences in Study Time and Lifestyle Between College and High School Students?</a:t>
            </a:r>
            <a:br>
              <a:rPr lang="en-US" sz="2800" b="0" i="0" u="none" strike="noStrike" dirty="0">
                <a:solidFill>
                  <a:schemeClr val="accent6">
                    <a:lumMod val="50000"/>
                  </a:schemeClr>
                </a:solidFill>
                <a:effectLst/>
              </a:rPr>
            </a:br>
            <a:br>
              <a:rPr lang="en-US" sz="2800" dirty="0">
                <a:solidFill>
                  <a:schemeClr val="accent6">
                    <a:lumMod val="50000"/>
                  </a:schemeClr>
                </a:solidFill>
              </a:rPr>
            </a:br>
            <a:br>
              <a:rPr lang="en-US" sz="2800" dirty="0"/>
            </a:b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7AF40C-0693-0D78-A88C-BD002AC83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36628" y="4885217"/>
            <a:ext cx="6082752" cy="873199"/>
          </a:xfrm>
        </p:spPr>
        <p:txBody>
          <a:bodyPr>
            <a:normAutofit/>
          </a:bodyPr>
          <a:lstStyle/>
          <a:p>
            <a:r>
              <a:rPr lang="en-US" dirty="0"/>
              <a:t>Monica Lamichhane</a:t>
            </a:r>
          </a:p>
          <a:p>
            <a:r>
              <a:rPr lang="en-US" dirty="0"/>
              <a:t>Data science and statistics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39752" y="6087110"/>
            <a:ext cx="688374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Audio 31">
            <a:extLst>
              <a:ext uri="{FF2B5EF4-FFF2-40B4-BE49-F238E27FC236}">
                <a16:creationId xmlns:a16="http://schemas.microsoft.com/office/drawing/2014/main" id="{9F352DCD-40C0-4376-A9BB-12BA97429EE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458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415"/>
    </mc:Choice>
    <mc:Fallback>
      <p:transition spd="slow" advTm="194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carrying a question mark&#10;&#10;AI-generated content may be incorrect.">
            <a:extLst>
              <a:ext uri="{FF2B5EF4-FFF2-40B4-BE49-F238E27FC236}">
                <a16:creationId xmlns:a16="http://schemas.microsoft.com/office/drawing/2014/main" id="{C1BC6576-A5B4-9CBF-E22B-5E0DD5AB00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0"/>
            <a:ext cx="10557164" cy="6858000"/>
          </a:xfrm>
          <a:prstGeom prst="rect">
            <a:avLst/>
          </a:prstGeom>
        </p:spPr>
      </p:pic>
      <p:pic>
        <p:nvPicPr>
          <p:cNvPr id="14" name="Audio 13">
            <a:extLst>
              <a:ext uri="{FF2B5EF4-FFF2-40B4-BE49-F238E27FC236}">
                <a16:creationId xmlns:a16="http://schemas.microsoft.com/office/drawing/2014/main" id="{AA2D09C5-486A-A7A2-DB96-D1FEB0CA33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355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689"/>
    </mc:Choice>
    <mc:Fallback>
      <p:transition spd="slow" advTm="186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7B0AD7-E991-E343-BF68-F1188152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6C7B6BC-B625-254B-8489-2BBE42C47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3" name="Freeform 19">
              <a:extLst>
                <a:ext uri="{FF2B5EF4-FFF2-40B4-BE49-F238E27FC236}">
                  <a16:creationId xmlns:a16="http://schemas.microsoft.com/office/drawing/2014/main" id="{E7643131-9751-394B-9DE4-EE9876275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21">
              <a:extLst>
                <a:ext uri="{FF2B5EF4-FFF2-40B4-BE49-F238E27FC236}">
                  <a16:creationId xmlns:a16="http://schemas.microsoft.com/office/drawing/2014/main" id="{3C7C7AE9-43E0-A248-A068-7B65FA36E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4B622446-2EE4-FB43-9E11-21ACAA33CD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24">
              <a:extLst>
                <a:ext uri="{FF2B5EF4-FFF2-40B4-BE49-F238E27FC236}">
                  <a16:creationId xmlns:a16="http://schemas.microsoft.com/office/drawing/2014/main" id="{45047DD0-68DA-CA43-A471-927D27D9C6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close-up of a data table&#10;&#10;AI-generated content may be incorrect.">
            <a:extLst>
              <a:ext uri="{FF2B5EF4-FFF2-40B4-BE49-F238E27FC236}">
                <a16:creationId xmlns:a16="http://schemas.microsoft.com/office/drawing/2014/main" id="{F22FF926-C263-FA47-05F3-869779CCD2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184" b="4417"/>
          <a:stretch/>
        </p:blipFill>
        <p:spPr>
          <a:xfrm>
            <a:off x="651489" y="681645"/>
            <a:ext cx="10885620" cy="5486059"/>
          </a:xfrm>
          <a:prstGeom prst="rect">
            <a:avLst/>
          </a:prstGeom>
        </p:spPr>
      </p:pic>
      <p:pic>
        <p:nvPicPr>
          <p:cNvPr id="17" name="Audio 16">
            <a:extLst>
              <a:ext uri="{FF2B5EF4-FFF2-40B4-BE49-F238E27FC236}">
                <a16:creationId xmlns:a16="http://schemas.microsoft.com/office/drawing/2014/main" id="{A9183C79-F4F7-E121-23BE-D95E5F9EE76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091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907"/>
    </mc:Choice>
    <mc:Fallback>
      <p:transition spd="slow" advTm="309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57B0AD7-E991-E343-BF68-F1188152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DE5461-FD97-339F-9E69-0480E5A1F2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69"/>
          <a:stretch/>
        </p:blipFill>
        <p:spPr>
          <a:xfrm>
            <a:off x="3048" y="-1"/>
            <a:ext cx="12188952" cy="6858000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DEE599F2-C28F-604D-818F-5BC1BEE7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5974" y="0"/>
            <a:ext cx="3266026" cy="6858001"/>
            <a:chOff x="8925974" y="0"/>
            <a:chExt cx="3266026" cy="6858001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50BF839-A7FA-584D-8176-631FB1791C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057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7A833EE8-2EAE-9944-A034-2C8DB909D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922" y="6295076"/>
              <a:ext cx="539078" cy="562924"/>
            </a:xfrm>
            <a:custGeom>
              <a:avLst/>
              <a:gdLst>
                <a:gd name="connsiteX0" fmla="*/ 539078 w 539078"/>
                <a:gd name="connsiteY0" fmla="*/ 0 h 562924"/>
                <a:gd name="connsiteX1" fmla="*/ 539078 w 539078"/>
                <a:gd name="connsiteY1" fmla="*/ 562924 h 562924"/>
                <a:gd name="connsiteX2" fmla="*/ 22 w 539078"/>
                <a:gd name="connsiteY2" fmla="*/ 562924 h 562924"/>
                <a:gd name="connsiteX3" fmla="*/ 0 w 539078"/>
                <a:gd name="connsiteY3" fmla="*/ 562712 h 562924"/>
                <a:gd name="connsiteX4" fmla="*/ 451422 w 539078"/>
                <a:gd name="connsiteY4" fmla="*/ 8836 h 562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078" h="562924">
                  <a:moveTo>
                    <a:pt x="539078" y="0"/>
                  </a:moveTo>
                  <a:lnTo>
                    <a:pt x="539078" y="562924"/>
                  </a:lnTo>
                  <a:lnTo>
                    <a:pt x="22" y="562924"/>
                  </a:lnTo>
                  <a:lnTo>
                    <a:pt x="0" y="562712"/>
                  </a:lnTo>
                  <a:cubicBezTo>
                    <a:pt x="0" y="289501"/>
                    <a:pt x="193796" y="61554"/>
                    <a:pt x="451422" y="88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25FBA85-0C36-0F45-BB1D-DF2D9CAB3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922" y="3552046"/>
              <a:ext cx="539078" cy="1125424"/>
            </a:xfrm>
            <a:custGeom>
              <a:avLst/>
              <a:gdLst>
                <a:gd name="connsiteX0" fmla="*/ 539078 w 539078"/>
                <a:gd name="connsiteY0" fmla="*/ 0 h 1125424"/>
                <a:gd name="connsiteX1" fmla="*/ 539078 w 539078"/>
                <a:gd name="connsiteY1" fmla="*/ 1125424 h 1125424"/>
                <a:gd name="connsiteX2" fmla="*/ 451423 w 539078"/>
                <a:gd name="connsiteY2" fmla="*/ 1116588 h 1125424"/>
                <a:gd name="connsiteX3" fmla="*/ 0 w 539078"/>
                <a:gd name="connsiteY3" fmla="*/ 562712 h 1125424"/>
                <a:gd name="connsiteX4" fmla="*/ 451423 w 539078"/>
                <a:gd name="connsiteY4" fmla="*/ 8836 h 1125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078" h="1125424">
                  <a:moveTo>
                    <a:pt x="539078" y="0"/>
                  </a:moveTo>
                  <a:lnTo>
                    <a:pt x="539078" y="1125424"/>
                  </a:lnTo>
                  <a:lnTo>
                    <a:pt x="451423" y="1116588"/>
                  </a:lnTo>
                  <a:cubicBezTo>
                    <a:pt x="193797" y="1063870"/>
                    <a:pt x="0" y="835923"/>
                    <a:pt x="0" y="562712"/>
                  </a:cubicBezTo>
                  <a:cubicBezTo>
                    <a:pt x="0" y="289501"/>
                    <a:pt x="193797" y="61554"/>
                    <a:pt x="451423" y="88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202A93E9-F902-E341-A786-4E8CECCA85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922" y="2180532"/>
              <a:ext cx="539078" cy="1125425"/>
            </a:xfrm>
            <a:custGeom>
              <a:avLst/>
              <a:gdLst>
                <a:gd name="connsiteX0" fmla="*/ 539078 w 539078"/>
                <a:gd name="connsiteY0" fmla="*/ 0 h 1125425"/>
                <a:gd name="connsiteX1" fmla="*/ 539078 w 539078"/>
                <a:gd name="connsiteY1" fmla="*/ 1125425 h 1125425"/>
                <a:gd name="connsiteX2" fmla="*/ 451423 w 539078"/>
                <a:gd name="connsiteY2" fmla="*/ 1116588 h 1125425"/>
                <a:gd name="connsiteX3" fmla="*/ 0 w 539078"/>
                <a:gd name="connsiteY3" fmla="*/ 562712 h 1125425"/>
                <a:gd name="connsiteX4" fmla="*/ 451423 w 539078"/>
                <a:gd name="connsiteY4" fmla="*/ 8836 h 112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078" h="1125425">
                  <a:moveTo>
                    <a:pt x="539078" y="0"/>
                  </a:moveTo>
                  <a:lnTo>
                    <a:pt x="539078" y="1125425"/>
                  </a:lnTo>
                  <a:lnTo>
                    <a:pt x="451423" y="1116588"/>
                  </a:lnTo>
                  <a:cubicBezTo>
                    <a:pt x="193797" y="1063870"/>
                    <a:pt x="0" y="835923"/>
                    <a:pt x="0" y="562712"/>
                  </a:cubicBezTo>
                  <a:cubicBezTo>
                    <a:pt x="0" y="289502"/>
                    <a:pt x="193797" y="61554"/>
                    <a:pt x="451423" y="88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26AE157E-B23E-6D41-9DCC-3560DE823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922" y="0"/>
              <a:ext cx="539078" cy="562926"/>
            </a:xfrm>
            <a:custGeom>
              <a:avLst/>
              <a:gdLst>
                <a:gd name="connsiteX0" fmla="*/ 22 w 539078"/>
                <a:gd name="connsiteY0" fmla="*/ 0 h 562926"/>
                <a:gd name="connsiteX1" fmla="*/ 539078 w 539078"/>
                <a:gd name="connsiteY1" fmla="*/ 0 h 562926"/>
                <a:gd name="connsiteX2" fmla="*/ 539078 w 539078"/>
                <a:gd name="connsiteY2" fmla="*/ 562926 h 562926"/>
                <a:gd name="connsiteX3" fmla="*/ 451423 w 539078"/>
                <a:gd name="connsiteY3" fmla="*/ 554090 h 562926"/>
                <a:gd name="connsiteX4" fmla="*/ 0 w 539078"/>
                <a:gd name="connsiteY4" fmla="*/ 214 h 562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078" h="562926">
                  <a:moveTo>
                    <a:pt x="22" y="0"/>
                  </a:moveTo>
                  <a:lnTo>
                    <a:pt x="539078" y="0"/>
                  </a:lnTo>
                  <a:lnTo>
                    <a:pt x="539078" y="562926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CA821CA-2CDA-8B45-84FB-83F0852F0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5976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5516F1C2-B117-7744-B607-1BD66A35E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805" y="0"/>
              <a:ext cx="1130726" cy="565362"/>
            </a:xfrm>
            <a:custGeom>
              <a:avLst/>
              <a:gdLst>
                <a:gd name="connsiteX0" fmla="*/ 0 w 1130726"/>
                <a:gd name="connsiteY0" fmla="*/ 0 h 565362"/>
                <a:gd name="connsiteX1" fmla="*/ 25421 w 1130726"/>
                <a:gd name="connsiteY1" fmla="*/ 0 h 565362"/>
                <a:gd name="connsiteX2" fmla="*/ 36370 w 1130726"/>
                <a:gd name="connsiteY2" fmla="*/ 108609 h 565362"/>
                <a:gd name="connsiteX3" fmla="*/ 565364 w 1130726"/>
                <a:gd name="connsiteY3" fmla="*/ 539750 h 565362"/>
                <a:gd name="connsiteX4" fmla="*/ 1094357 w 1130726"/>
                <a:gd name="connsiteY4" fmla="*/ 108609 h 565362"/>
                <a:gd name="connsiteX5" fmla="*/ 1105306 w 1130726"/>
                <a:gd name="connsiteY5" fmla="*/ 0 h 565362"/>
                <a:gd name="connsiteX6" fmla="*/ 1130726 w 1130726"/>
                <a:gd name="connsiteY6" fmla="*/ 0 h 565362"/>
                <a:gd name="connsiteX7" fmla="*/ 565364 w 1130726"/>
                <a:gd name="connsiteY7" fmla="*/ 565362 h 565362"/>
                <a:gd name="connsiteX8" fmla="*/ 0 w 1130726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6" h="565362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6719" y="354660"/>
                    <a:pt x="304426" y="539750"/>
                    <a:pt x="565364" y="539750"/>
                  </a:cubicBezTo>
                  <a:cubicBezTo>
                    <a:pt x="826301" y="539750"/>
                    <a:pt x="1044008" y="354660"/>
                    <a:pt x="1094357" y="108609"/>
                  </a:cubicBezTo>
                  <a:lnTo>
                    <a:pt x="1105306" y="0"/>
                  </a:lnTo>
                  <a:lnTo>
                    <a:pt x="1130726" y="0"/>
                  </a:lnTo>
                  <a:cubicBezTo>
                    <a:pt x="1130726" y="312241"/>
                    <a:pt x="877604" y="565362"/>
                    <a:pt x="565364" y="565362"/>
                  </a:cubicBezTo>
                  <a:cubicBezTo>
                    <a:pt x="253123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BDCFE41C-3380-F049-B5AF-FB86FA4656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636" y="809288"/>
              <a:ext cx="536364" cy="1124878"/>
            </a:xfrm>
            <a:custGeom>
              <a:avLst/>
              <a:gdLst>
                <a:gd name="connsiteX0" fmla="*/ 536364 w 536364"/>
                <a:gd name="connsiteY0" fmla="*/ 0 h 1124878"/>
                <a:gd name="connsiteX1" fmla="*/ 536364 w 536364"/>
                <a:gd name="connsiteY1" fmla="*/ 25187 h 1124878"/>
                <a:gd name="connsiteX2" fmla="*/ 456541 w 536364"/>
                <a:gd name="connsiteY2" fmla="*/ 33233 h 1124878"/>
                <a:gd name="connsiteX3" fmla="*/ 25399 w 536364"/>
                <a:gd name="connsiteY3" fmla="*/ 562226 h 1124878"/>
                <a:gd name="connsiteX4" fmla="*/ 456541 w 536364"/>
                <a:gd name="connsiteY4" fmla="*/ 1091219 h 1124878"/>
                <a:gd name="connsiteX5" fmla="*/ 536364 w 536364"/>
                <a:gd name="connsiteY5" fmla="*/ 1099266 h 1124878"/>
                <a:gd name="connsiteX6" fmla="*/ 536364 w 536364"/>
                <a:gd name="connsiteY6" fmla="*/ 1124878 h 1124878"/>
                <a:gd name="connsiteX7" fmla="*/ 451423 w 536364"/>
                <a:gd name="connsiteY7" fmla="*/ 1116315 h 1124878"/>
                <a:gd name="connsiteX8" fmla="*/ 0 w 536364"/>
                <a:gd name="connsiteY8" fmla="*/ 562439 h 1124878"/>
                <a:gd name="connsiteX9" fmla="*/ 451423 w 536364"/>
                <a:gd name="connsiteY9" fmla="*/ 8563 h 1124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6364" h="1124878">
                  <a:moveTo>
                    <a:pt x="536364" y="0"/>
                  </a:moveTo>
                  <a:lnTo>
                    <a:pt x="536364" y="25187"/>
                  </a:lnTo>
                  <a:lnTo>
                    <a:pt x="456541" y="33233"/>
                  </a:lnTo>
                  <a:cubicBezTo>
                    <a:pt x="210489" y="83583"/>
                    <a:pt x="25399" y="301290"/>
                    <a:pt x="25399" y="562226"/>
                  </a:cubicBezTo>
                  <a:cubicBezTo>
                    <a:pt x="25399" y="823163"/>
                    <a:pt x="210489" y="1040870"/>
                    <a:pt x="456541" y="1091219"/>
                  </a:cubicBezTo>
                  <a:lnTo>
                    <a:pt x="536364" y="1099266"/>
                  </a:lnTo>
                  <a:lnTo>
                    <a:pt x="536364" y="1124878"/>
                  </a:lnTo>
                  <a:lnTo>
                    <a:pt x="451423" y="1116315"/>
                  </a:lnTo>
                  <a:cubicBezTo>
                    <a:pt x="193797" y="1063597"/>
                    <a:pt x="0" y="835650"/>
                    <a:pt x="0" y="562439"/>
                  </a:cubicBezTo>
                  <a:cubicBezTo>
                    <a:pt x="0" y="289228"/>
                    <a:pt x="193797" y="61281"/>
                    <a:pt x="451423" y="856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B33FCFDB-9049-5C43-B63B-3B9E80361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805" y="2178092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9505490A-BF41-A24E-AA42-DF06A3D96B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5974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96070719-7E7D-4846-B17E-F8056054F7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805" y="3549819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5AF2771B-AADD-2C4D-BB48-05C011208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636" y="4924471"/>
              <a:ext cx="536364" cy="1124877"/>
            </a:xfrm>
            <a:custGeom>
              <a:avLst/>
              <a:gdLst>
                <a:gd name="connsiteX0" fmla="*/ 536364 w 536364"/>
                <a:gd name="connsiteY0" fmla="*/ 0 h 1124877"/>
                <a:gd name="connsiteX1" fmla="*/ 536364 w 536364"/>
                <a:gd name="connsiteY1" fmla="*/ 25186 h 1124877"/>
                <a:gd name="connsiteX2" fmla="*/ 456541 w 536364"/>
                <a:gd name="connsiteY2" fmla="*/ 33232 h 1124877"/>
                <a:gd name="connsiteX3" fmla="*/ 25399 w 536364"/>
                <a:gd name="connsiteY3" fmla="*/ 562225 h 1124877"/>
                <a:gd name="connsiteX4" fmla="*/ 456541 w 536364"/>
                <a:gd name="connsiteY4" fmla="*/ 1091218 h 1124877"/>
                <a:gd name="connsiteX5" fmla="*/ 536364 w 536364"/>
                <a:gd name="connsiteY5" fmla="*/ 1099265 h 1124877"/>
                <a:gd name="connsiteX6" fmla="*/ 536364 w 536364"/>
                <a:gd name="connsiteY6" fmla="*/ 1124877 h 1124877"/>
                <a:gd name="connsiteX7" fmla="*/ 451423 w 536364"/>
                <a:gd name="connsiteY7" fmla="*/ 1116314 h 1124877"/>
                <a:gd name="connsiteX8" fmla="*/ 0 w 536364"/>
                <a:gd name="connsiteY8" fmla="*/ 562438 h 1124877"/>
                <a:gd name="connsiteX9" fmla="*/ 451423 w 536364"/>
                <a:gd name="connsiteY9" fmla="*/ 8562 h 11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6364" h="1124877">
                  <a:moveTo>
                    <a:pt x="536364" y="0"/>
                  </a:moveTo>
                  <a:lnTo>
                    <a:pt x="536364" y="25186"/>
                  </a:lnTo>
                  <a:lnTo>
                    <a:pt x="456541" y="33232"/>
                  </a:lnTo>
                  <a:cubicBezTo>
                    <a:pt x="210489" y="83582"/>
                    <a:pt x="25399" y="301289"/>
                    <a:pt x="25399" y="562225"/>
                  </a:cubicBezTo>
                  <a:cubicBezTo>
                    <a:pt x="25399" y="823162"/>
                    <a:pt x="210489" y="1040869"/>
                    <a:pt x="456541" y="1091218"/>
                  </a:cubicBezTo>
                  <a:lnTo>
                    <a:pt x="536364" y="1099265"/>
                  </a:lnTo>
                  <a:lnTo>
                    <a:pt x="536364" y="1124877"/>
                  </a:lnTo>
                  <a:lnTo>
                    <a:pt x="451423" y="1116314"/>
                  </a:lnTo>
                  <a:cubicBezTo>
                    <a:pt x="193797" y="1063596"/>
                    <a:pt x="0" y="835649"/>
                    <a:pt x="0" y="562438"/>
                  </a:cubicBezTo>
                  <a:cubicBezTo>
                    <a:pt x="0" y="289227"/>
                    <a:pt x="193797" y="61280"/>
                    <a:pt x="451423" y="85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30FF954D-5F0A-974F-A853-08F3747B8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869" y="6293274"/>
              <a:ext cx="1130598" cy="564727"/>
            </a:xfrm>
            <a:custGeom>
              <a:avLst/>
              <a:gdLst>
                <a:gd name="connsiteX0" fmla="*/ 565300 w 1130598"/>
                <a:gd name="connsiteY0" fmla="*/ 0 h 564727"/>
                <a:gd name="connsiteX1" fmla="*/ 1119176 w 1130598"/>
                <a:gd name="connsiteY1" fmla="*/ 451422 h 564727"/>
                <a:gd name="connsiteX2" fmla="*/ 1130598 w 1130598"/>
                <a:gd name="connsiteY2" fmla="*/ 564727 h 564727"/>
                <a:gd name="connsiteX3" fmla="*/ 1105221 w 1130598"/>
                <a:gd name="connsiteY3" fmla="*/ 564727 h 564727"/>
                <a:gd name="connsiteX4" fmla="*/ 1094293 w 1130598"/>
                <a:gd name="connsiteY4" fmla="*/ 456328 h 564727"/>
                <a:gd name="connsiteX5" fmla="*/ 565300 w 1130598"/>
                <a:gd name="connsiteY5" fmla="*/ 25186 h 564727"/>
                <a:gd name="connsiteX6" fmla="*/ 36306 w 1130598"/>
                <a:gd name="connsiteY6" fmla="*/ 456328 h 564727"/>
                <a:gd name="connsiteX7" fmla="*/ 25378 w 1130598"/>
                <a:gd name="connsiteY7" fmla="*/ 564727 h 564727"/>
                <a:gd name="connsiteX8" fmla="*/ 0 w 1130598"/>
                <a:gd name="connsiteY8" fmla="*/ 564727 h 564727"/>
                <a:gd name="connsiteX9" fmla="*/ 11423 w 1130598"/>
                <a:gd name="connsiteY9" fmla="*/ 451422 h 564727"/>
                <a:gd name="connsiteX10" fmla="*/ 565300 w 1130598"/>
                <a:gd name="connsiteY10" fmla="*/ 0 h 564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30598" h="564727">
                  <a:moveTo>
                    <a:pt x="565300" y="0"/>
                  </a:moveTo>
                  <a:cubicBezTo>
                    <a:pt x="838510" y="0"/>
                    <a:pt x="1066458" y="193796"/>
                    <a:pt x="1119176" y="451422"/>
                  </a:cubicBezTo>
                  <a:lnTo>
                    <a:pt x="1130598" y="564727"/>
                  </a:lnTo>
                  <a:lnTo>
                    <a:pt x="1105221" y="564727"/>
                  </a:lnTo>
                  <a:lnTo>
                    <a:pt x="1094293" y="456328"/>
                  </a:lnTo>
                  <a:cubicBezTo>
                    <a:pt x="1043944" y="210276"/>
                    <a:pt x="826237" y="25186"/>
                    <a:pt x="565300" y="25186"/>
                  </a:cubicBezTo>
                  <a:cubicBezTo>
                    <a:pt x="304362" y="25186"/>
                    <a:pt x="86655" y="210276"/>
                    <a:pt x="36306" y="456328"/>
                  </a:cubicBezTo>
                  <a:lnTo>
                    <a:pt x="25378" y="564727"/>
                  </a:lnTo>
                  <a:lnTo>
                    <a:pt x="0" y="564727"/>
                  </a:lnTo>
                  <a:lnTo>
                    <a:pt x="11423" y="451422"/>
                  </a:lnTo>
                  <a:cubicBezTo>
                    <a:pt x="64141" y="193796"/>
                    <a:pt x="292089" y="0"/>
                    <a:pt x="56530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38" name="Audio 37">
            <a:extLst>
              <a:ext uri="{FF2B5EF4-FFF2-40B4-BE49-F238E27FC236}">
                <a16:creationId xmlns:a16="http://schemas.microsoft.com/office/drawing/2014/main" id="{831090FD-D30A-62DB-08E1-F1DBDDAF6D4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086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19381"/>
    </mc:Choice>
    <mc:Fallback>
      <p:transition spd="slow" advTm="193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557B0AD7-E991-E343-BF68-F1188152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C0070A-A2D7-3FCE-B1C7-AEEB1DB58B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803" b="1"/>
          <a:stretch/>
        </p:blipFill>
        <p:spPr>
          <a:xfrm>
            <a:off x="3048" y="-1"/>
            <a:ext cx="12188952" cy="6858000"/>
          </a:xfrm>
          <a:prstGeom prst="rect">
            <a:avLst/>
          </a:prstGeom>
        </p:spPr>
      </p:pic>
      <p:pic>
        <p:nvPicPr>
          <p:cNvPr id="49" name="Audio 48">
            <a:extLst>
              <a:ext uri="{FF2B5EF4-FFF2-40B4-BE49-F238E27FC236}">
                <a16:creationId xmlns:a16="http://schemas.microsoft.com/office/drawing/2014/main" id="{B8C77427-0FA7-039F-4601-E5DB0109B4D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2757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28128"/>
    </mc:Choice>
    <mc:Fallback>
      <p:transition spd="slow" advTm="281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7B0AD7-E991-E343-BF68-F1188152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test results&#10;&#10;AI-generated content may be incorrect.">
            <a:extLst>
              <a:ext uri="{FF2B5EF4-FFF2-40B4-BE49-F238E27FC236}">
                <a16:creationId xmlns:a16="http://schemas.microsoft.com/office/drawing/2014/main" id="{233550CB-D349-A3D3-4969-58DF609D7C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8" r="1982" b="1"/>
          <a:stretch/>
        </p:blipFill>
        <p:spPr>
          <a:xfrm>
            <a:off x="3048" y="-1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682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7B0AD7-E991-E343-BF68-F1188152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453092-8707-6991-A4B9-863BD497B7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24"/>
          <a:stretch/>
        </p:blipFill>
        <p:spPr>
          <a:xfrm>
            <a:off x="3048" y="-1"/>
            <a:ext cx="12188952" cy="6858000"/>
          </a:xfrm>
          <a:prstGeom prst="rect">
            <a:avLst/>
          </a:prstGeom>
        </p:spPr>
      </p:pic>
      <p:pic>
        <p:nvPicPr>
          <p:cNvPr id="24" name="Audio 23">
            <a:extLst>
              <a:ext uri="{FF2B5EF4-FFF2-40B4-BE49-F238E27FC236}">
                <a16:creationId xmlns:a16="http://schemas.microsoft.com/office/drawing/2014/main" id="{022ABAC0-9779-9590-CBE6-080A646A57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461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33017"/>
    </mc:Choice>
    <mc:Fallback>
      <p:transition spd="slow" advTm="330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7B0AD7-E991-E343-BF68-F1188152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E41CA032-8A35-49A6-C8DC-969DB17D94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799"/>
          <a:stretch/>
        </p:blipFill>
        <p:spPr>
          <a:xfrm>
            <a:off x="651489" y="681645"/>
            <a:ext cx="10885620" cy="5486059"/>
          </a:xfrm>
          <a:prstGeom prst="rect">
            <a:avLst/>
          </a:prstGeom>
        </p:spPr>
      </p:pic>
      <p:pic>
        <p:nvPicPr>
          <p:cNvPr id="16" name="Audio 15">
            <a:extLst>
              <a:ext uri="{FF2B5EF4-FFF2-40B4-BE49-F238E27FC236}">
                <a16:creationId xmlns:a16="http://schemas.microsoft.com/office/drawing/2014/main" id="{E1F00EA0-A5A5-0641-29CF-6ED4523CEF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360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384"/>
    </mc:Choice>
    <mc:Fallback>
      <p:transition spd="slow" advTm="303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26</Words>
  <Application>Microsoft Macintosh PowerPoint</Application>
  <PresentationFormat>Widescreen</PresentationFormat>
  <Paragraphs>4</Paragraphs>
  <Slides>8</Slides>
  <Notes>1</Notes>
  <HiddenSlides>0</HiddenSlides>
  <MMClips>7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Neue Haas Grotesk Text Pro</vt:lpstr>
      <vt:lpstr>Times New Roman</vt:lpstr>
      <vt:lpstr>PunchcardVTI</vt:lpstr>
      <vt:lpstr>What Are the Differences in Study Time and Lifestyle Between College and High School Students?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Monica Lamichhane</dc:creator>
  <cp:lastModifiedBy>Monica Lamichhane</cp:lastModifiedBy>
  <cp:revision>1</cp:revision>
  <dcterms:created xsi:type="dcterms:W3CDTF">2025-05-03T00:08:47Z</dcterms:created>
  <dcterms:modified xsi:type="dcterms:W3CDTF">2025-05-03T00:37:55Z</dcterms:modified>
</cp:coreProperties>
</file>